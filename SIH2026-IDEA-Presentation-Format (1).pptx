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109857" y="1715881"/>
            <a:ext cx="3920079" cy="4195062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3"/>
            <a:ext cx="8534400" cy="1265245"/>
          </a:xfrm>
        </p:spPr>
        <p:txBody>
          <a:bodyPr/>
          <a:lstStyle/>
          <a:p>
            <a:endParaRPr lang="en-IN" b="1" dirty="0"/>
          </a:p>
          <a:p>
            <a:r>
              <a:rPr lang="en-IN" b="1" dirty="0"/>
              <a:t>Dark Web Threat Actor Intelligence Platform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17133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9964099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–SIH26151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Title-Dark web threat actor de-anonymization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Theme-Blockchain &amp; Cybersecurity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Kang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Tanteyi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Kage </a:t>
            </a:r>
            <a:r>
              <a:rPr lang="en-US" dirty="0" err="1"/>
              <a:t>Tanteyi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AC64B9-F1CF-F5FC-AE59-4DDF61312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2192000" cy="6854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Kage </a:t>
            </a:r>
            <a:r>
              <a:rPr lang="en-US" dirty="0" err="1"/>
              <a:t>Tanteyi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39A048-4A6F-24E8-E129-BF76CF7CA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2192000" cy="6854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Kage </a:t>
            </a:r>
            <a:r>
              <a:rPr lang="en-US" dirty="0" err="1"/>
              <a:t>Tanteyi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2488D0-D3EF-92E2-70EA-FC7B5439A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2192000" cy="685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Kage </a:t>
            </a:r>
            <a:r>
              <a:rPr lang="en-US" dirty="0" err="1"/>
              <a:t>Tanteyi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49A73A-C2AA-A0B8-45B8-85C4C2D9F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2192000" cy="685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Kage </a:t>
            </a:r>
            <a:r>
              <a:rPr lang="en-US" dirty="0" err="1"/>
              <a:t>Tanteyi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9F4446-2C80-6F0A-25F9-CFF04486D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7625"/>
            <a:ext cx="12192000" cy="690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196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Guntipalli Mohan Krishna(UST,IN)</cp:lastModifiedBy>
  <cp:revision>150</cp:revision>
  <dcterms:created xsi:type="dcterms:W3CDTF">2013-12-12T18:46:50Z</dcterms:created>
  <dcterms:modified xsi:type="dcterms:W3CDTF">2026-09-07T16:26:58Z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2026-09-07T15:25:04Z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272e72a4-49b1-4246-af93-aa7fd5ea1947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