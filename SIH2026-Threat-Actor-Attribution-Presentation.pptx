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Arial"/>
              </a:defRPr>
            </a:pPr>
            <a:r>
              <a:t>SMART INDIA HACKATHON 2026 — IDEA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Dark Web Threat Actor De-anonymization and Real-World Attribution</a:t>
            </a:r>
          </a:p>
          <a:p>
            <a:pPr>
              <a:defRPr sz="1400">
                <a:solidFill>
                  <a:srgbClr val="22D3EE"/>
                </a:solidFill>
                <a:latin typeface="Arial"/>
              </a:defRPr>
            </a:pPr>
            <a:r>
              <a:t>Probabilistic Multi-Signal Correlation &amp; Investigator-Validated Entity Resolution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3108960" cy="2560320"/>
          </a:xfrm>
          <a:prstGeom prst="roundRect">
            <a:avLst/>
          </a:prstGeom>
          <a:solidFill>
            <a:srgbClr val="070B1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01752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PROBLEM STATEMENT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ID: SIH26151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Category: Software Edition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Theme: Cyber Security / Defense &amp; Law Enforcement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Target Sector: Darknet Crime, Ransomware &amp; FinTech Extortion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Focus: Two-Stage Non-Autonomous Attribution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926080"/>
            <a:ext cx="3108960" cy="2560320"/>
          </a:xfrm>
          <a:prstGeom prst="roundRect">
            <a:avLst/>
          </a:prstGeom>
          <a:solidFill>
            <a:srgbClr val="070B1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TEAM PARTICULARS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Team Name: Argus Intelligence Cell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Team Leader: Tejasree Guntipalli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Team Members: 6 Members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Role: Full-Stack Cybersecurity &amp; Forensic Architecture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Repository: Public GitHub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926080"/>
            <a:ext cx="3200400" cy="2560320"/>
          </a:xfrm>
          <a:prstGeom prst="roundRect">
            <a:avLst/>
          </a:prstGeom>
          <a:solidFill>
            <a:srgbClr val="070B1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01752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CORE LEGAL MANDATE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Correlation ≠ Identification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Attribution Lead ≠ Confirmed Identity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Zero Autonomous Real-World Leap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Sworn Investigator Decision Gate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Court-Admissible Provenance Hashing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Arial"/>
              </a:defRPr>
            </a:pPr>
            <a:r>
              <a:t>SMART INDIA HACKATHON 2026 | PROBLEM STATEMENT ID: SIH26151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Proposed Solution: Two-Stage Investigation Paradigm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THE PROBLEM &amp; GAP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▸ Darknet Anonymity: Threat actors fragment personas across forums (Dread, XSS, BreachForums), use Wasabi CoinJoin mixers, and hide behind reverse proxies.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▸ The Attribution Fallacy: Existing systems leap prematurely from forum handles to physical identities, causing dangerous false positives.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▸ Missing Explainability: Machine learning models provide opaque similarity scores without forensic source citations or judicial chain-of-custody.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57600" cy="48463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THE TWO-STAGE PARADIGM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▸ STAGE 1: Digital Actor Correlation</a:t>
            </a:r>
            <a:br/>
            <a:r>
              <a:t>Analyzes pairwise handles across 5 forensic signals (Stylometry, PGP keys, Crypto UTXOs, Temporal windows, Infrastructure) to synthesize Probable Digital Actor Clusters (0-100%).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▸ MANDATORY DECISION GATE</a:t>
            </a:r>
            <a:br/>
            <a:r>
              <a:t>Enforces a configurable threshold (≥80%). Stage 2 remains strictly locked until an authorized investigator formally reviews supporting evidence and signs off.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▸ STAGE 2: Real-World Attribution</a:t>
            </a:r>
            <a:br/>
            <a:r>
              <a:t>Mappable entity resolution across 6 dimensions (Registrar, ASN, Infrastructure, Financial, Intelligence, Corporate Filings) to produce qualified Attribution Leads.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200400" cy="48463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CORE INNOVATIONS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▸ Forensic Explainability: Detailed 'Why are these identities connected?' breakdown citing exact PGP fingerprints, orthographic patterns, and blockchain blocks.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▸ Comparative Hypotheses: Evaluates Candidate Entity A (Primary Lead) against Candidate Entity B (Bulletproof Host) and C (VPN Relay).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▸ Anti-Biasing Architecture: Highlights conflicting evidence and unknown gaps alongside supporting proofs.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▸ Investigation Path Tracing: One-click interactive traversal highlighting the forensic chain from physical candidate to darknet handle.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Arial"/>
              </a:defRPr>
            </a:pPr>
            <a:r>
              <a:t>SMART INDIA HACKATHON 2026 | PROBLEM STATEMENT ID: SIH26151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Technical Architecture: End-to-End Investigation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11680" cy="21945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1. INGESTION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Monitors raw darknet forum dumps, Telegram channels, PGP keyservers, and blockchain ledgers.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371600"/>
            <a:ext cx="2011680" cy="21945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4630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2. FEATURE EXTRACTION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Extracts stylometric n-grams, PGP 160-bit SHA-1 hashes, and Bitcoin SegWit UTXOs.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371600"/>
            <a:ext cx="2011680" cy="21945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3" y="14630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3. MULTI-SIGNAL MATRIX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Scoring across 5 signals: Username (20%), Stylometry (25%), Behaviour (20%), Temporal (15%), Technical (20%).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371600"/>
            <a:ext cx="2011680" cy="21945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5" y="14630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4. TOPOLOGY GRAPH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Cytoscape.js unified graph engine with interactive node inspection and path tracing.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371600"/>
            <a:ext cx="2011680" cy="21945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4630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5. STAGE 1 CLUSTERING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Synthesizes Probable Digital Actor Cluster A (92% Confidence; 11 Supp / 1 Confl / 2 Unk).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2011680" cy="237744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6. DECISION GATE (≥80%)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Critical barrier requiring sworn investigator authorization before initiating Stage 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7791" y="3840480"/>
            <a:ext cx="2011680" cy="237744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393192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7. ENTITY RESOLUTION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Maps digital indicators to real-world candidates across 6 intelligence dimensions.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3840480"/>
            <a:ext cx="2011680" cy="237744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3" y="393192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8. HYPOTHESIS COMPARISON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Side-by-side comparative scoring: Candidate A (82%) vs Candidate B (67%) vs Candidate C (44%).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3840480"/>
            <a:ext cx="2011680" cy="237744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1775" y="393192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9. HUMAN VALIDATION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Sworn investigator accepts, rejects, or requests additional judicial subpoena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8" y="3840480"/>
            <a:ext cx="2011680" cy="237744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393192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10. COURT-READY DOSSIER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Generates admissible forensic dossier with timestamped audit logs and hash chains.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Arial"/>
              </a:defRPr>
            </a:pPr>
            <a:r>
              <a:t>SMART INDIA HACKATHON 2026 | PROBLEM STATEMENT ID: SIH26151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Feasibility, Viability &amp; Law Enforcement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OPERATIONAL FEASIBILITY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▸ Law Enforcement Ready: Designed directly for cyber cells (CERT-In, CBI, Interpol, State Cyber Directorates).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▸ Resilient to Noise: Functions with fragmented data (handles Tor rotation, Wasabi CoinJoin mixers, and VPN egresses).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▸ Low Resource Footprint: Client-side graph visualization &amp; modular microservice calculation allows zero-latency case building.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57600" cy="48463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LEGAL ADMISSIBILITY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▸ Indian Evidence Act / BSA Compliance: Maintains unbroken chain of custody, cryptographic hashes, and provenance records for every indicator.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▸ Confidence Evolution Timeline: Traces evidentiary score changes step-by-step (+15% for PGP match, -5% for hosting ISP mismatch) preventing arbitrary accusations.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▸ Sworn Analyst Sign-Off: Ensures every attribution output is legally actionable and signed by an authorized investigator (e.g. Warrant #CR-2026-8819).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200400" cy="48463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NATIONAL &amp; GLOBAL IMPACT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▸ Accelerates Investigations: Reduces de-anonymization workflow from months of manual cross-referencing to hours of structured graph intelligence.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▸ Zero False Arrests: Explicit multi-hypothesis evaluation separates criminal syndicates from infrastructure leaseholders.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▸ Multi-Agency Federation: Supports cross-jurisdictional intelligence sharing with granular role-based access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Arial"/>
              </a:defRPr>
            </a:pPr>
            <a:r>
              <a:t>SMART INDIA HACKATHON 2026 | PROBLEM STATEMENT ID: SIH26151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Technology Stack, Security &amp;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FRONTEND &amp; GRAPH VISUALIZATION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React 19 + TypeScript: Type-safe, component-driven reactive workstation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Cytoscape.js: Industrial-strength network topology graph with force-directed physics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Investigation Path Tracer: Custom animated sub-graph traversal highlighting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Tailwind CSS: High-contrast law enforcement dark-mode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ANALYTICAL &amp; FORENSIC ENGINES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Stylometry Engine: Cosine TF-IDF n-grams, punctuation habits, sentence entropy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Cryptographic Key Chainer: RSA-4096 &amp; Ed25519 PGP keyserver correlation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Blockchain UTXO Traversal: Bitcoin SegWit co-spend clustering &amp; Wasabi peel tracking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Entity Resolution Matrix: Weighted multi-signal evidence aggregation algorithm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SECURITY &amp; OPERATIONAL BOUNDARIES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Passive Ingestion Only: Zero automated web exploitation or unauthorized access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Strict Media Quarantine: Prohibits local storage of illegal darknet media/payloads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Tamper-Proof Audit Logging: Every filter change and decision committed to log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Role-Based Access Control (RBAC): Restricted to sworn intelligence analysts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STANDARDS &amp; LEGAL COMPLIANCE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ISO/IEC 27037: Guidelines for digital evidence identification, collection, and preservation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STIX 2.1 / TAXII: Structured Threat Information Expression interoperability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Judicial Warrant Integration: Restricts entity matching to authorized warrant scopes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Explainable AI Principles: Complies with global ethical AI accountability frameworks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Arial"/>
              </a:defRPr>
            </a:pPr>
            <a:r>
              <a:t>SMART INDIA HACKATHON 2026 | PROBLEM STATEMENT ID: SIH26151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Roadmap, Deliverables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PHASE 1: CURRENT DELIVERABLE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✓ Status: 100% Fully Functional Prototype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✓ Case Builder Workstation: Ingest handles, execute animated correlation, review 92% Actor Cluster A.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✓ Cytoscape Evidence Topology: Dynamic graph with 'Trace Investigation Path' mode.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✓ Stage 2 Attribution Workspace: Comparative hypothesis resolution (Candidate A/B/C) with investigator decisioning.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✓ GitHub Repository: Fully committed &amp; verified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57600" cy="48463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PHASE 2 &amp; 3: FUTURE ROADMAP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▸ Q3 2026: Automated Darknet Collectors</a:t>
            </a:r>
            <a:br/>
            <a:r>
              <a:t>Deploy asynchronous Tor/I2P crawlers for real-time Dread, BreachForums, and Telegram monitoring.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▸ Q4 2026: Advanced Monero Ring Tracing</a:t>
            </a:r>
            <a:br/>
            <a:r>
              <a:t>Incorporate heuristic ring-signature decoying analysis and cross-chain swap monitoring.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▸ Q1 2027: Multi-Agency MLAT Federation</a:t>
            </a:r>
            <a:br/>
            <a:r>
              <a:t>Secure federated intelligence sharing across Interpol and state cyber crime directorates.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200400" cy="48463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FINAL CONCLUSION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★ A Paradigm Shift in Cyber Attribution:</a:t>
            </a:r>
            <a:br/>
            <a:r>
              <a:t>Replaces reckless automated accusations with an explainable, legally disciplined, two-stage platform.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★ Core Philosophy:</a:t>
            </a:r>
            <a:br/>
            <a:r>
              <a:t>'AI finds patterns. Graph connects evidence. Investigators validate attribution.'</a:t>
            </a:r>
          </a:p>
          <a:p>
            <a:pPr>
              <a:spcAft>
                <a:spcPts val="1000"/>
              </a:spcAft>
              <a:defRPr sz="950">
                <a:solidFill>
                  <a:srgbClr val="94A3B8"/>
                </a:solidFill>
              </a:defRPr>
            </a:pPr>
            <a:r>
              <a:t>★ SIH 2026 Impact:</a:t>
            </a:r>
            <a:br/>
            <a:r>
              <a:t>A production-ready prototype solving SIH26151 with complete technical integrity and ethical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